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62931-F2A0-57F2-0927-F064FC731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944569-56BF-E359-DB5C-4DC30F5A5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C779E-9F8A-D878-EA01-F99F36FD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831140-831A-86E2-68FB-3558715D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CBB53B-5D39-3B1E-400E-86C8D4F9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053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45E9A-0C3D-38C4-5370-EF352797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FC4914-F710-836B-BAC5-0CB6B024A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007209-6F71-0177-E299-908B2050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29265-69C7-41EA-59FF-9F1B71B0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6BB5E9-F283-9F91-526B-8C65D5E5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248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CDE5C-8552-2A79-B003-3177749A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F21752-8561-63BE-FBFE-52016306D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98C9FE-0605-2351-1E13-67904FDE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B21219-4555-EA6D-C398-E2B8F34F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E74F16-0D81-7792-6D42-1037F343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70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23B6F-0D5A-9AA2-C09E-82235F97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07409B-C269-2271-6F1D-06CA6E0C0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17524B-8CEA-D0AF-84F0-4E642A19B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3B2E42-FA0B-59C0-1C88-795FDC3D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8A743D-CDFE-5B39-0E7E-13164D6C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05773A-C30F-CCBF-7BF4-49797C24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739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A24D2-3EDA-DF26-C30F-4696A533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BF994C-58B8-5619-DDA8-575C9D96C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7F50E-FFA0-6431-CD79-C957FD785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29114D-1CEC-6AC2-58AC-4603E5926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5F936D-FB25-EEF4-9835-D48D43044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FAB39B-8103-B7D6-EBB0-1DB6F996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130489-8D91-65FF-6942-FC5A3BF4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FA8668-486A-1FFF-EE66-8946D16AA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617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3B79A-57AC-8796-4057-51012162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11E5FE-7632-212B-412C-D0FC8A4D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DDDD5C-5B51-0682-5A67-7EED0103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083DAD-3546-F7B0-2ACD-AFF4D0972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723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47AE1A-1218-5EF7-FC1F-D05A7B13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3D84CF-8B9F-AC94-E1A9-0C0C3018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06CA3-9875-A83B-6B5D-818E5814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236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C3BB7-AE93-621E-BF59-CA97EC4D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0DB1F-2CB6-9D0F-7F45-F1DD2AB5B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DC2C85-7386-11B5-CB3F-DA9E44C86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05FBC8-1C6A-3DD3-BACF-F26A462E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8B4475-932F-5F90-428A-19A0FA5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C7ED5C-1E77-81FF-A819-1DE9DD77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821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7E294-5EA0-F7FA-B75A-CFDED699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DC8976-98B3-0067-1728-C04BA9EB7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2C0189-B130-CF49-8ED0-76B736C9C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F91987-5023-1635-9CA7-0FBDFCDF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773C57-D884-547B-424A-A3D55FBF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AA5DBA-9880-ECBC-CE50-76E8B039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7923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96658-A132-C5F9-96F9-3AC8CBB1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FFBCD-827D-7BD1-C64A-E9C2A7398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DA87C-F3B7-84A2-842C-C5D07AA3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D8FEA-ED60-2F3F-89D3-CC509D4C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1AF21-F650-44A2-2BA5-EF278BA3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868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3FAB82-E2DE-5711-5180-A56A20D2E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8C4B61-B6EA-F17A-012A-38C0B0CE2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EF394-F698-CAAF-A680-43E5C62E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57E3A-9E82-48CC-1326-26061090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DE88D9-04BE-2C5F-044A-808F127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563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BA4C65-2FBD-6596-08FE-D61F3169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2610C2-5E38-7111-DDB4-B4DEB9B3B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BD7EC8-D9E1-047F-3381-1B7E421B9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CF1A5-DED9-8F4A-84F8-D4F360043C18}" type="datetimeFigureOut">
              <a:rPr kumimoji="1" lang="ko-KR" altLang="en-US" smtClean="0"/>
              <a:t>2026. 7. 13.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DEA602-7CD7-BD0F-91B2-367540A79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7750C-D346-D101-D518-8596E3599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5C6CFD-A9A8-724D-8C20-4832C751287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193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6F3FB"/>
              </a:gs>
              <a:gs pos="55000">
                <a:srgbClr val="ECE1F9"/>
              </a:gs>
              <a:gs pos="100000">
                <a:srgbClr val="DBC7F2"/>
              </a:gs>
            </a:gsLst>
            <a:lin ang="3000000" scaled="1"/>
          </a:gradFill>
        </p:spPr>
        <p:txBody>
          <a:bodyPr/>
          <a:lstStyle/>
          <a:p>
            <a:endParaRPr dirty="0"/>
          </a:p>
        </p:txBody>
      </p:sp>
      <p:sp>
        <p:nvSpPr>
          <p:cNvPr id="3" name="Decorative orb lar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2000" y="2458000"/>
            <a:ext cx="4400000" cy="4400000"/>
          </a:xfrm>
          <a:prstGeom prst="ellipse">
            <a:avLst/>
          </a:prstGeom>
          <a:gradFill>
            <a:gsLst>
              <a:gs pos="0">
                <a:srgbClr val="C6A4F2"/>
              </a:gs>
              <a:gs pos="100000">
                <a:srgbClr val="E7DAF8">
                  <a:alpha val="35000"/>
                </a:srgbClr>
              </a:gs>
            </a:gsLst>
            <a:path path="circle">
              <a:fillToRect l="30000" t="30000" r="70000" b="70000"/>
            </a:path>
          </a:gradFill>
        </p:spPr>
        <p:txBody>
          <a:bodyPr/>
          <a:lstStyle/>
          <a:p>
            <a:endParaRPr/>
          </a:p>
        </p:txBody>
      </p:sp>
      <p:sp>
        <p:nvSpPr>
          <p:cNvPr id="4" name="Decorative orb sma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92000" y="0"/>
            <a:ext cx="2600000" cy="2600000"/>
          </a:xfrm>
          <a:prstGeom prst="ellipse">
            <a:avLst/>
          </a:prstGeom>
          <a:solidFill>
            <a:srgbClr val="D7C3F2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Decorative code glyp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550000" y="4650000"/>
            <a:ext cx="2600000" cy="15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6600" b="1" dirty="0">
                <a:solidFill>
                  <a:srgbClr val="FFFFFF">
                    <a:alpha val="60000"/>
                  </a:srgbClr>
                </a:solidFill>
                <a:latin typeface="Consolas" pitchFamily="49" charset="0"/>
              </a:rPr>
              <a:t>&lt;/&gt;</a:t>
            </a:r>
          </a:p>
        </p:txBody>
      </p:sp>
      <p:sp>
        <p:nvSpPr>
          <p:cNvPr id="6" name="Category tag"/>
          <p:cNvSpPr/>
          <p:nvPr/>
        </p:nvSpPr>
        <p:spPr>
          <a:xfrm>
            <a:off x="915000" y="1420000"/>
            <a:ext cx="1950000" cy="52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B5CF6"/>
              </a:gs>
              <a:gs pos="100000">
                <a:srgbClr val="A78BFA"/>
              </a:gs>
            </a:gsLst>
            <a:lin ang="0" scaled="1"/>
          </a:gradFill>
        </p:spPr>
        <p:txBody>
          <a:bodyPr wrap="square" lIns="0" tIns="0" rIns="0" bIns="0" anchor="ctr"/>
          <a:lstStyle/>
          <a:p>
            <a:pPr algn="ctr"/>
            <a:r>
              <a:rPr lang="en-US" sz="1300" b="1" spc="300" dirty="0">
                <a:solidFill>
                  <a:srgbClr val="FFFFFF"/>
                </a:solidFill>
                <a:latin typeface="+mn-lt"/>
              </a:rPr>
              <a:t>TECH BLOG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900000" y="2280000"/>
            <a:ext cx="8600000" cy="1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en-US" altLang="ko-KR" sz="4800" b="1" dirty="0">
                <a:solidFill>
                  <a:srgbClr val="2B2140"/>
                </a:solidFill>
                <a:latin typeface="+mj-lt"/>
              </a:rPr>
              <a:t>{</a:t>
            </a:r>
            <a:r>
              <a:rPr lang="ko-KR" altLang="en-US" sz="4800" b="1" dirty="0">
                <a:solidFill>
                  <a:srgbClr val="2B2140"/>
                </a:solidFill>
                <a:latin typeface="+mj-lt"/>
              </a:rPr>
              <a:t>제목</a:t>
            </a:r>
            <a:r>
              <a:rPr lang="en-US" altLang="ko-KR" sz="4800" b="1" dirty="0">
                <a:solidFill>
                  <a:srgbClr val="2B2140"/>
                </a:solidFill>
                <a:latin typeface="+mj-lt"/>
              </a:rPr>
              <a:t>}</a:t>
            </a:r>
            <a:endParaRPr lang="ko-KR" altLang="en-US" sz="4800" b="1" dirty="0">
              <a:solidFill>
                <a:srgbClr val="7C3AED"/>
              </a:solidFill>
              <a:latin typeface="+mj-lt"/>
            </a:endParaRPr>
          </a:p>
        </p:txBody>
      </p:sp>
      <p:sp>
        <p:nvSpPr>
          <p:cNvPr id="8" name="Accent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000" y="4320000"/>
            <a:ext cx="1350000" cy="9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C3AED"/>
              </a:gs>
              <a:gs pos="100000">
                <a:srgbClr val="C4B5FD"/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9" name="Subtitle"/>
          <p:cNvSpPr txBox="1"/>
          <p:nvPr/>
        </p:nvSpPr>
        <p:spPr>
          <a:xfrm>
            <a:off x="900000" y="4560000"/>
            <a:ext cx="8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altLang="ko-KR" sz="2000" b="0" dirty="0">
                <a:solidFill>
                  <a:srgbClr val="6D5A9C"/>
                </a:solidFill>
                <a:latin typeface="+mn-lt"/>
              </a:rPr>
              <a:t>{</a:t>
            </a:r>
            <a:r>
              <a:rPr lang="ko-KR" altLang="en-US" sz="2000" b="0" dirty="0">
                <a:solidFill>
                  <a:srgbClr val="6D5A9C"/>
                </a:solidFill>
                <a:latin typeface="+mn-lt"/>
              </a:rPr>
              <a:t>부제목</a:t>
            </a:r>
            <a:r>
              <a:rPr lang="en-US" altLang="ko-KR" sz="2000" b="0" dirty="0">
                <a:solidFill>
                  <a:srgbClr val="6D5A9C"/>
                </a:solidFill>
                <a:latin typeface="+mn-lt"/>
              </a:rPr>
              <a:t>}</a:t>
            </a:r>
            <a:endParaRPr lang="ko-KR" altLang="en-US" sz="2000" b="0" dirty="0">
              <a:solidFill>
                <a:srgbClr val="6D5A9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711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Hyunjin Lee</dc:creator>
  <cp:lastModifiedBy>Hyunjin Lee</cp:lastModifiedBy>
  <cp:revision>1</cp:revision>
  <dcterms:created xsi:type="dcterms:W3CDTF">2026-07-13T12:13:44Z</dcterms:created>
  <dcterms:modified xsi:type="dcterms:W3CDTF">2026-07-13T12:14:16Z</dcterms:modified>
</cp:coreProperties>
</file>